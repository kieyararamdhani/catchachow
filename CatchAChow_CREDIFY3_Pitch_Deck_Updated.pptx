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2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FFD22A"/>
                </a:solidFill>
                <a:latin typeface="Aptos"/>
              </a:defRPr>
            </a:pPr>
            <a:r>
              <a:t>01 • TITLE +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CatchAChow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45262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CHALLENGE AREA: ACCESS TO ESSENTIAL SERVICES</a:t>
            </a: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A student-first food budgeting app that turns a household budget into a practical meal plan, ingredient quantities and a consolidated grocery list using transparent retailer prices.</a:t>
            </a: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Tagline: Good food. Better 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1828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DCCDB4"/>
                </a:solidFill>
                <a:latin typeface="Aptos"/>
              </a:defRPr>
            </a:pPr>
            <a:r>
              <a:t>CATCHACHOW  •  CREDIFY3 SYSTEM THINKING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FFD22A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2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D20E22"/>
                </a:solidFill>
                <a:latin typeface="Aptos"/>
              </a:defRPr>
            </a:pPr>
            <a:r>
              <a:t>02 •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24130D"/>
                </a:solidFill>
                <a:latin typeface="Aptos"/>
              </a:defRPr>
            </a:pPr>
            <a:r>
              <a:t>Food costs are a daily system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45262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WHO IS AFFECTED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Students and budget-conscious households with limited, changing food budgets.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People must choose meals, estimate quantities, compare stores and avoid buying more than they can afford.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WHY IT MATTERS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Price uncertainty makes planning harder.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Poor planning can lead to overspending, repetitive meals and avoidable food waste.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These are the problem hypotheses to validate with student interviews and real shopping examples.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1828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69584E"/>
                </a:solidFill>
                <a:latin typeface="Aptos"/>
              </a:defRPr>
            </a:pPr>
            <a:r>
              <a:t>CATCHACHOW  •  CREDIFY3 SYSTEM THINKING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D20E22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2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D20E22"/>
                </a:solidFill>
                <a:latin typeface="Aptos"/>
              </a:defRPr>
            </a:pPr>
            <a:r>
              <a:t>03 • SYSTEM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24130D"/>
                </a:solidFill>
                <a:latin typeface="Aptos"/>
              </a:defRPr>
            </a:pPr>
            <a:r>
              <a:t>Stakeholders and today’s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45262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STUDENTS / HOUSEHOLDS  → decide budget and meals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RETAILERS  → publish prices, pack sizes, stock and promotions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FOOD PRODUCERS / SUPPLIERS  → influence availability and cost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CAMPUS SUPPORT / STUDENT GROUPS  → can share feedback and access needs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CURRENT JOURNEY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Think of meals → search recipes → check several store listings → estimate quantities → total the basket → revise when the total is too high.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CatchAChow aims to connect these disconnected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1828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69584E"/>
                </a:solidFill>
                <a:latin typeface="Aptos"/>
              </a:defRPr>
            </a:pPr>
            <a:r>
              <a:t>CATCHACHOW  •  CREDIFY3 SYSTEM THINKING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D20E22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2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D20E22"/>
                </a:solidFill>
                <a:latin typeface="Aptos"/>
              </a:defRPr>
            </a:pPr>
            <a:r>
              <a:t>04 • ROOT CAUSES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24130D"/>
                </a:solidFill>
                <a:latin typeface="Aptos"/>
              </a:defRPr>
            </a:pPr>
            <a:r>
              <a:t>Root causes and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45262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ROOT CAUSES TO TEST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Grocery information is scattered across retailers and changes over time.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Recipe quantities and product package sizes do not always line up.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Budget planning often happens separately from meal planning.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A cheap basket does not automatically mean a nutritionally adequate plan.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KEY ASSUMPTIONS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Users will share a budget and household size.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Reliable retailer price data can be accessed lawfully.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Students value a combined plan more than separate tools.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These are system hypotheses, not yet proven findings.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1828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69584E"/>
                </a:solidFill>
                <a:latin typeface="Aptos"/>
              </a:defRPr>
            </a:pPr>
            <a:r>
              <a:t>CATCHACHOW  •  CREDIFY3 SYSTEM THINKING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D20E22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2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FFD22A"/>
                </a:solidFill>
                <a:latin typeface="Aptos"/>
              </a:defRPr>
            </a:pPr>
            <a:r>
              <a:t>05 •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The leverage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45262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The change point is the hand-off between “what can I cook?” and “what can I actually afford to buy?”</a:t>
            </a: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Instead of giving a recipe alone, CatchAChow links:</a:t>
            </a: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1. budget + people + days</a:t>
            </a: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2. meals and serving-scaled ingredients</a:t>
            </a: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3. a consolidated shopping list</a:t>
            </a: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4. source-labelled store prices and a budget check</a:t>
            </a: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5. lower-cost substitutions when verified data supports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1828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DCCDB4"/>
                </a:solidFill>
                <a:latin typeface="Aptos"/>
              </a:defRPr>
            </a:pPr>
            <a:r>
              <a:t>CATCHACHOW  •  CREDIFY3 SYSTEM THINKING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FFD22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2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D20E22"/>
                </a:solidFill>
                <a:latin typeface="Aptos"/>
              </a:defRPr>
            </a:pPr>
            <a:r>
              <a:t>06 •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24130D"/>
                </a:solidFill>
                <a:latin typeface="Aptos"/>
              </a:defRPr>
            </a:pPr>
            <a:r>
              <a:t>Proposed intervention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45262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1. User enters budget, number of people, days and food preferences.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2. Food-only AI planner creates a day-by-day meal plan.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3. Ingredient quantities scale to the household size.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4. Ingredients are consolidated to avoid duplicate shopping-list entries.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5. Retailer prices are matched by product and package size.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6. App totals the basket and flags missing, stale or over-budget items.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7. User receives alternatives only where price data supports the comparison.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The AI tab must reject unrelated requests; this should be enforced server-side in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1828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69584E"/>
                </a:solidFill>
                <a:latin typeface="Aptos"/>
              </a:defRPr>
            </a:pPr>
            <a:r>
              <a:t>CATCHACHOW  •  CREDIFY3 SYSTEM THINKING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D20E22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2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D20E22"/>
                </a:solidFill>
                <a:latin typeface="Aptos"/>
              </a:defRPr>
            </a:pPr>
            <a:r>
              <a:t>07 • APPLICATION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24130D"/>
                </a:solidFill>
                <a:latin typeface="Aptos"/>
              </a:defRPr>
            </a:pPr>
            <a:r>
              <a:t>Prototype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45262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CURRENT FLUTTER PROTOTYPE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CatchAChow brand, yellow/red palette and food image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Budget slider and household-size control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Sample grocery price list and basket total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Recipe cards and food-only AI Chow demo tab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Loading/splash screen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DEMO LIMITS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The chat is currently rule-based, not connected to a live AI model. Prices are dated examples, not live store API data. Show these limits during the demo.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1828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69584E"/>
                </a:solidFill>
                <a:latin typeface="Aptos"/>
              </a:defRPr>
            </a:pPr>
            <a:r>
              <a:t>CATCHACHOW  •  CREDIFY3 SYSTEM THINKING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D20E22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2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D20E22"/>
                </a:solidFill>
                <a:latin typeface="Aptos"/>
              </a:defRPr>
            </a:pPr>
            <a:r>
              <a:t>08 • RESEARCH /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24130D"/>
                </a:solidFill>
                <a:latin typeface="Aptos"/>
              </a:defRPr>
            </a:pPr>
            <a:r>
              <a:t>Evidence and validation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45262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WHAT EXISTS NOW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A runnable Flutter source project and prototype flows.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Sample dated grocery records and basket arithmetic.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No completed user study, live retailer API integration or verified savings result yet.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NEXT VALIDATION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Interview 8–12 students about budget, cooking access and shopping habits.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Test 5–8 users completing a meal plan and basket task.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Compare app basket totals with source-verified retailer listings on the same date/region.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Record task completion, price mismatch rate, plan usefulness and budget fit.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Do not claim savings until a comparable baseline has been measured.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1828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69584E"/>
                </a:solidFill>
                <a:latin typeface="Aptos"/>
              </a:defRPr>
            </a:pPr>
            <a:r>
              <a:t>CATCHACHOW  •  CREDIFY3 SYSTEM THINKING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D20E22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2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D20E22"/>
                </a:solidFill>
                <a:latin typeface="Aptos"/>
              </a:defRPr>
            </a:pPr>
            <a:r>
              <a:t>09 •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24130D"/>
                </a:solidFill>
                <a:latin typeface="Aptos"/>
              </a:defRPr>
            </a:pPr>
            <a:r>
              <a:t>Feasibility and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45262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MVP RESOURCES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Flutter/Dart app and recipe/product data model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Approved retailer APIs or authorised feeds; access varies by retailer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Secure backend for AI requests and API credentials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Food and nutrition review for recipe suitability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Student testers and a repeatable test checklist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CONSTRAINTS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Retailer APIs may not be public; prices and stock vary by branch; model calls and data hosting can cost money. If reliable live prices are unavailable, clearly show dated examples instead of implying live verification.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1828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69584E"/>
                </a:solidFill>
                <a:latin typeface="Aptos"/>
              </a:defRPr>
            </a:pPr>
            <a:r>
              <a:t>CATCHACHOW  •  CREDIFY3 SYSTEM THINKING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D20E22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2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D20E22"/>
                </a:solidFill>
                <a:latin typeface="Aptos"/>
              </a:defRPr>
            </a:pPr>
            <a:r>
              <a:t>10 • RESPONSIBLE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24130D"/>
                </a:solidFill>
                <a:latin typeface="Aptos"/>
              </a:defRPr>
            </a:pPr>
            <a:r>
              <a:t>Risks, fairness and privacy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45262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PRICE RISK: stale or mismatched pack prices can mislead. Show source, timestamp, package size and freshness status.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NUTRITION RISK: lowest cost is not the same as adequate nutrition. Avoid medical claims and seek qualified review.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FAIRNESS: include different household sizes, cooking equipment, dietary restrictions and regional availability.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PRIVACY: collect only needed preferences; do not send personal details to the AI provider unnecessarily.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AI SCOPE: food-only requests; reject unrelated topics and validate inputs on the backend.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• ACCESSIBILITY: readable text, low-data experience and simple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1828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69584E"/>
                </a:solidFill>
                <a:latin typeface="Aptos"/>
              </a:defRPr>
            </a:pPr>
            <a:r>
              <a:t>CATCHACHOW  •  CREDIFY3 SYSTEM THINKING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D20E22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2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FFD22A"/>
                </a:solidFill>
                <a:latin typeface="Aptos"/>
              </a:defRPr>
            </a:pPr>
            <a:r>
              <a:t>11 •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Expected impact and measures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45262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INTENDED IMPACT</a:t>
            </a: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Make meal planning easier, reduce uncertainty at the shelf and help people make more informed budget decisions.</a:t>
            </a: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MEASURE SUCCESS WITH</a:t>
            </a: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Basket cost against a comparable manually planned basket</a:t>
            </a: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Percentage of prices with valid source + recent timestamp</a:t>
            </a: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Price mismatch rate during spot checks</a:t>
            </a: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Percentage of plans within the stated budget</a:t>
            </a: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Shopping-list task completion and time</a:t>
            </a: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Student-reported usefulness and confidence</a:t>
            </a: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Optional food-waste self-report over time</a:t>
            </a: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Targets should be set after baseline testing; no impact result is claimed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1828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DCCDB4"/>
                </a:solidFill>
                <a:latin typeface="Aptos"/>
              </a:defRPr>
            </a:pPr>
            <a:r>
              <a:t>CATCHACHOW  •  CREDIFY3 SYSTEM THINKING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FFD22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2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D20E22"/>
                </a:solidFill>
                <a:latin typeface="Aptos"/>
              </a:defRPr>
            </a:pPr>
            <a:r>
              <a:t>12 •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24130D"/>
                </a:solidFill>
                <a:latin typeface="Aptos"/>
              </a:defRPr>
            </a:pPr>
            <a:r>
              <a:t>Next steps and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45262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NEXT 30 DAYS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1. Interview students and map cooking / shopping constraints.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2. Connect one permitted retailer price source and build freshness warnings.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3. Add serving-scaled recipe data and automated shopping-list consolidation.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4. Implement secure, server-side AI scope restrictions.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5. Test with students and compare basket calculations to verified listings.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6. Improve nutrition, accessibility and regional coverage from feedback.</a:t>
            </a: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24130D"/>
                </a:solidFill>
                <a:latin typeface="Aptos"/>
              </a:defRPr>
            </a:pPr>
            <a:r>
              <a:t>CURRENT LIMITATIONS: demo AI, dated sample prices, no completed validation study and no professional nutrition review. The APK must be built in a Flutter/Android SDK environment.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058400" cy="1828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69584E"/>
                </a:solidFill>
                <a:latin typeface="Aptos"/>
              </a:defRPr>
            </a:pPr>
            <a:r>
              <a:t>CATCHACHOW  •  CREDIFY3 SYSTEM THINKING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D20E22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